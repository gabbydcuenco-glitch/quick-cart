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1d52be0653458a" /><Relationship Type="http://schemas.openxmlformats.org/officeDocument/2006/relationships/extended-properties" Target="/docProps/app.xml" Id="Rda0d3215c7a14472" /><Relationship Type="http://schemas.openxmlformats.org/officeDocument/2006/relationships/officeDocument" Target="/ppt/presentation.xml" Id="R828c1342e2e842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94af6d2f25405f"/>
  </p:sldMasterIdLst>
  <p:notesMasterIdLst>
    <p:notesMasterId xmlns:r="http://schemas.openxmlformats.org/officeDocument/2006/relationships" r:id="Rbafad50579a7467f"/>
  </p:notesMasterIdLst>
  <p:sldIdLst>
    <p:sldId xmlns:r="http://schemas.openxmlformats.org/officeDocument/2006/relationships" id="256" r:id="Radff06d84fef425e"/>
    <p:sldId xmlns:r="http://schemas.openxmlformats.org/officeDocument/2006/relationships" id="257" r:id="Rdfd4c2fcec0d4021"/>
    <p:sldId xmlns:r="http://schemas.openxmlformats.org/officeDocument/2006/relationships" id="258" r:id="R0fae976b074c4a21"/>
    <p:sldId xmlns:r="http://schemas.openxmlformats.org/officeDocument/2006/relationships" id="259" r:id="R02f24d724c7b4ac7"/>
    <p:sldId xmlns:r="http://schemas.openxmlformats.org/officeDocument/2006/relationships" id="260" r:id="Rd304f3c54b7646cf"/>
    <p:sldId xmlns:r="http://schemas.openxmlformats.org/officeDocument/2006/relationships" id="261" r:id="Rfd62d6ade21745e1"/>
    <p:sldId xmlns:r="http://schemas.openxmlformats.org/officeDocument/2006/relationships" id="262" r:id="R996ce633476640df"/>
    <p:sldId xmlns:r="http://schemas.openxmlformats.org/officeDocument/2006/relationships" id="263" r:id="R121b9723f5c94b6b"/>
    <p:sldId xmlns:r="http://schemas.openxmlformats.org/officeDocument/2006/relationships" id="264" r:id="Rb1b9d956cc454ed2"/>
    <p:sldId xmlns:r="http://schemas.openxmlformats.org/officeDocument/2006/relationships" id="265" r:id="R782d678cb74d455b"/>
    <p:sldId xmlns:r="http://schemas.openxmlformats.org/officeDocument/2006/relationships" id="266" r:id="R8e7a4f28c2604047"/>
    <p:sldId xmlns:r="http://schemas.openxmlformats.org/officeDocument/2006/relationships" id="267" r:id="R2dfcc909f44045c2"/>
    <p:sldId xmlns:r="http://schemas.openxmlformats.org/officeDocument/2006/relationships" id="268" r:id="R990194ca1922494f"/>
    <p:sldId xmlns:r="http://schemas.openxmlformats.org/officeDocument/2006/relationships" id="269" r:id="Rd92a05cb220a421e"/>
    <p:sldId xmlns:r="http://schemas.openxmlformats.org/officeDocument/2006/relationships" id="270" r:id="R780fe74cd94e4468"/>
    <p:sldId xmlns:r="http://schemas.openxmlformats.org/officeDocument/2006/relationships" id="271" r:id="R17afda136f134e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8d2c524ee4f52" /><Relationship Type="http://schemas.openxmlformats.org/officeDocument/2006/relationships/slideMaster" Target="/ppt/slideMasters/slideMaster1.xml" Id="R6f94af6d2f25405f" /><Relationship Type="http://schemas.openxmlformats.org/officeDocument/2006/relationships/notesMaster" Target="/ppt/notesMasters/notesMaster1.xml" Id="Rbafad50579a7467f" /><Relationship Type="http://schemas.openxmlformats.org/officeDocument/2006/relationships/presProps" Target="/ppt/presProps.xml" Id="Rad230067fd274bdb" /><Relationship Type="http://schemas.openxmlformats.org/officeDocument/2006/relationships/tableStyles" Target="/ppt/tableStyles.xml" Id="R62b931da185f42bd" /><Relationship Type="http://schemas.openxmlformats.org/officeDocument/2006/relationships/slide" Target="/ppt/slides/slide1.xml" Id="Radff06d84fef425e" /><Relationship Type="http://schemas.openxmlformats.org/officeDocument/2006/relationships/slide" Target="/ppt/slides/slide2.xml" Id="Rdfd4c2fcec0d4021" /><Relationship Type="http://schemas.openxmlformats.org/officeDocument/2006/relationships/slide" Target="/ppt/slides/slide3.xml" Id="R0fae976b074c4a21" /><Relationship Type="http://schemas.openxmlformats.org/officeDocument/2006/relationships/slide" Target="/ppt/slides/slide4.xml" Id="R02f24d724c7b4ac7" /><Relationship Type="http://schemas.openxmlformats.org/officeDocument/2006/relationships/slide" Target="/ppt/slides/slide5.xml" Id="Rd304f3c54b7646cf" /><Relationship Type="http://schemas.openxmlformats.org/officeDocument/2006/relationships/slide" Target="/ppt/slides/slide6.xml" Id="Rfd62d6ade21745e1" /><Relationship Type="http://schemas.openxmlformats.org/officeDocument/2006/relationships/slide" Target="/ppt/slides/slide7.xml" Id="R996ce633476640df" /><Relationship Type="http://schemas.openxmlformats.org/officeDocument/2006/relationships/slide" Target="/ppt/slides/slide8.xml" Id="R121b9723f5c94b6b" /><Relationship Type="http://schemas.openxmlformats.org/officeDocument/2006/relationships/slide" Target="/ppt/slides/slide9.xml" Id="Rb1b9d956cc454ed2" /><Relationship Type="http://schemas.openxmlformats.org/officeDocument/2006/relationships/slide" Target="/ppt/slides/slide10.xml" Id="R782d678cb74d455b" /><Relationship Type="http://schemas.openxmlformats.org/officeDocument/2006/relationships/slide" Target="/ppt/slides/slide11.xml" Id="R8e7a4f28c2604047" /><Relationship Type="http://schemas.openxmlformats.org/officeDocument/2006/relationships/slide" Target="/ppt/slides/slide12.xml" Id="R2dfcc909f44045c2" /><Relationship Type="http://schemas.openxmlformats.org/officeDocument/2006/relationships/slide" Target="/ppt/slides/slide13.xml" Id="R990194ca1922494f" /><Relationship Type="http://schemas.openxmlformats.org/officeDocument/2006/relationships/slide" Target="/ppt/slides/slide14.xml" Id="Rd92a05cb220a421e" /><Relationship Type="http://schemas.openxmlformats.org/officeDocument/2006/relationships/slide" Target="/ppt/slides/slide15.xml" Id="R780fe74cd94e4468" /><Relationship Type="http://schemas.openxmlformats.org/officeDocument/2006/relationships/slide" Target="/ppt/slides/slide16.xml" Id="R17afda136f134e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12a41f4874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79f76d83e04887" /><Relationship Type="http://schemas.openxmlformats.org/officeDocument/2006/relationships/notesMaster" Target="/ppt/notesMasters/notesMaster1.xml" Id="R9a5c0ed5a5254f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7c672392ad4735" /><Relationship Type="http://schemas.openxmlformats.org/officeDocument/2006/relationships/notesMaster" Target="/ppt/notesMasters/notesMaster1.xml" Id="R535430b020884b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bde9c8cfe242c0" /><Relationship Type="http://schemas.openxmlformats.org/officeDocument/2006/relationships/notesMaster" Target="/ppt/notesMasters/notesMaster1.xml" Id="Re44e64cb96f242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c3ac53418543cb" /><Relationship Type="http://schemas.openxmlformats.org/officeDocument/2006/relationships/notesMaster" Target="/ppt/notesMasters/notesMaster1.xml" Id="R094b71660e0440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29224be9a840ae" /><Relationship Type="http://schemas.openxmlformats.org/officeDocument/2006/relationships/notesMaster" Target="/ppt/notesMasters/notesMaster1.xml" Id="R9c5b97fc96f54a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394a09b2fa4156" /><Relationship Type="http://schemas.openxmlformats.org/officeDocument/2006/relationships/notesMaster" Target="/ppt/notesMasters/notesMaster1.xml" Id="Rc672784f6d7f4f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7c301ca22f4810" /><Relationship Type="http://schemas.openxmlformats.org/officeDocument/2006/relationships/notesMaster" Target="/ppt/notesMasters/notesMaster1.xml" Id="Reca70f2315ff48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ee06cd8d404162" /><Relationship Type="http://schemas.openxmlformats.org/officeDocument/2006/relationships/notesMaster" Target="/ppt/notesMasters/notesMaster1.xml" Id="R272a3ae46f0645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9780b9c23d482a" /><Relationship Type="http://schemas.openxmlformats.org/officeDocument/2006/relationships/notesMaster" Target="/ppt/notesMasters/notesMaster1.xml" Id="R45c3eaf88cce4e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048b0bdf274121" /><Relationship Type="http://schemas.openxmlformats.org/officeDocument/2006/relationships/notesMaster" Target="/ppt/notesMasters/notesMaster1.xml" Id="R1a308a899fa246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487dd2dec84369" /><Relationship Type="http://schemas.openxmlformats.org/officeDocument/2006/relationships/notesMaster" Target="/ppt/notesMasters/notesMaster1.xml" Id="R414e43510e3b4a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a4fdac91ed498f" /><Relationship Type="http://schemas.openxmlformats.org/officeDocument/2006/relationships/notesMaster" Target="/ppt/notesMasters/notesMaster1.xml" Id="Rcd253702f2c145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1c0d5be3b64b93" /><Relationship Type="http://schemas.openxmlformats.org/officeDocument/2006/relationships/notesMaster" Target="/ppt/notesMasters/notesMaster1.xml" Id="Rbd068ae1f4c84a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5aedf5584f4eee" /><Relationship Type="http://schemas.openxmlformats.org/officeDocument/2006/relationships/notesMaster" Target="/ppt/notesMasters/notesMaster1.xml" Id="R1fee3b42bfcf46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854af58a0c4c6f" /><Relationship Type="http://schemas.openxmlformats.org/officeDocument/2006/relationships/notesMaster" Target="/ppt/notesMasters/notesMaster1.xml" Id="R6800f06e95bc46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9f7891b19b4e05" /><Relationship Type="http://schemas.openxmlformats.org/officeDocument/2006/relationships/notesMaster" Target="/ppt/notesMasters/notesMaster1.xml" Id="Rfb40a6a7453d4c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Kyle: introduce the group and the infrastructure/automation objective.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Assigned roles from QuickCart.docx. Replace responsibility statements with actual commit evidence when the repository is confirmed.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John: demonstrate search, cart and checkout. This is a demo store; no real payments or account password authentication.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application modules satisfy the requirement of at least three custom application modules. Database and proxy are supporting services.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Kyle: explain request flow from docker-compose.yml and proxy/nginx.conf. frontend-net contains gateway/UI/APIs, backend-net contains database and database clients.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Angeline: show db/init.sql. PostgreSQL is the DBMS; SQL is the language. Internal port 5432 is not published to the host.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Jan: explain the transaction in order-api/src/repo.js. Simulated payment occurs before the database transaction; the implementation is not a real payment/refund workflow.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Kyle: explain multi-stage builds and npm ci. Source: module Dockerfiles. Version tags are supplied but not all are immutable digest pins.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Kyle: distinguish development mode from the final all-container demonstration. The application Compose command intentionally does not redeploy the separate Jenkins stack.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Kyle: show real Jenkins configuration after setup. Live configuration has not yet been verified by the assistant. Root plus Docker socket is a classroom choice with broad host control.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Jan: walk through the real Stage View when available. Jenkins build number becomes TAG. Failure before Deploy leaves the running deployment untouched.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Shaira: results from local runs on 9 October 2026. Repository mocks mean these results do not prove real database connectivity. Runtime verification requires accessible Docker.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Jan: perform this live. Build Now is permitted for initial setup, but does not prove automatic deployment. Capture genuine evidence after the repository and Jenkins job are configured.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Shaira: use HOLIDAY_DISCOUNT_CENTS 1000 to 500. Do not modify unrelated commits. This slide specifies the required demonstration; it does not claim it has already passed.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Angeline: never use down -v. Rollback checks all six images. It restores images, not database schema/data. Do not use old MySQL builds.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members: allocate the final minute to technical explanations. Guidelines require 8-15 PDF pages and 12-20 slides, plus the live demo and individual Q&amp;A. Runtime proofs and contribution evidence remain pending.</a:t>
            </a:r>
          </a:p>
          <a:p xmlns:a="http://schemas.openxmlformats.org/drawingml/2006/main">
            <a:r>
              <a:t>Sources: supplied SYSIN guidelines and QuickCart documents; current QuickCart PostgreSQL source files. Actual live evidence must be inserted after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db8f3393140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7ad0c88054a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f2e4d0385441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99a15edc14e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947358d234c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bf430064544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52D984-4A68-48BB-B622-966AAA6F7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5031D1-7803-4EB8-8F98-B059DF0E8B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D3A3BA-FD4D-4B06-9A73-310453808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11A7AE-F3D6-48C8-89A8-D7F239744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AA724D-5783-4BB8-BFB2-41703B4BB4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58D5F3-539C-4006-A129-E06B79F236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B261B3-EE9E-4DCE-9A72-AF9B9455BD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9F94BB-1DA4-41A6-9400-38F7B0BE18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69B601-050D-441A-B54D-8213B4CA32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82B36F-3D39-4310-A224-4E9CFCE3B3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a63a98d12648d8" /><Relationship Type="http://schemas.openxmlformats.org/officeDocument/2006/relationships/slideLayout" Target="/ppt/slideLayouts/slideLayout1.xml" Id="R3574fa7f8e614015" /><Relationship Type="http://schemas.openxmlformats.org/officeDocument/2006/relationships/slideLayout" Target="/ppt/slideLayouts/slideLayout2.xml" Id="R5a9523ba81cd40cd" /><Relationship Type="http://schemas.openxmlformats.org/officeDocument/2006/relationships/slideLayout" Target="/ppt/slideLayouts/slideLayout3.xml" Id="R5cb6d480de754b8b" /><Relationship Type="http://schemas.openxmlformats.org/officeDocument/2006/relationships/slideLayout" Target="/ppt/slideLayouts/slideLayout4.xml" Id="R3105630745354308" /><Relationship Type="http://schemas.openxmlformats.org/officeDocument/2006/relationships/slideLayout" Target="/ppt/slideLayouts/slideLayout5.xml" Id="Rc1629f4f366949b2" /><Relationship Type="http://schemas.openxmlformats.org/officeDocument/2006/relationships/slideLayout" Target="/ppt/slideLayouts/slideLayout6.xml" Id="R5616b69e70cd45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74fa7f8e614015"/>
    <p:sldLayoutId xmlns:r="http://schemas.openxmlformats.org/officeDocument/2006/relationships" id="2147483650" r:id="R5a9523ba81cd40cd"/>
    <p:sldLayoutId xmlns:r="http://schemas.openxmlformats.org/officeDocument/2006/relationships" id="2147483651" r:id="R5cb6d480de754b8b"/>
    <p:sldLayoutId xmlns:r="http://schemas.openxmlformats.org/officeDocument/2006/relationships" id="2147483652" r:id="R3105630745354308"/>
    <p:sldLayoutId xmlns:r="http://schemas.openxmlformats.org/officeDocument/2006/relationships" id="2147483653" r:id="Rc1629f4f366949b2"/>
    <p:sldLayoutId xmlns:r="http://schemas.openxmlformats.org/officeDocument/2006/relationships" id="2147483654" r:id="R5616b69e70cd45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f226b2f99464a" /><Relationship Type="http://schemas.openxmlformats.org/officeDocument/2006/relationships/notesSlide" Target="/ppt/notesSlides/notesSlide1.xml" Id="R40a95ff29fdd48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77cd3d88ac44e3" /><Relationship Type="http://schemas.openxmlformats.org/officeDocument/2006/relationships/notesSlide" Target="/ppt/notesSlides/notesSlide2.xml" Id="R1e7b73d0641948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1ff522937947ef" /><Relationship Type="http://schemas.openxmlformats.org/officeDocument/2006/relationships/notesSlide" Target="/ppt/notesSlides/notesSlide3.xml" Id="Rc733293401ba46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15fe68bc04dba" /><Relationship Type="http://schemas.openxmlformats.org/officeDocument/2006/relationships/notesSlide" Target="/ppt/notesSlides/notesSlide4.xml" Id="R261aaac789be4b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386c20a794f50" /><Relationship Type="http://schemas.openxmlformats.org/officeDocument/2006/relationships/notesSlide" Target="/ppt/notesSlides/notesSlide5.xml" Id="R2fc9d0404f3c4a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020683d794602" /><Relationship Type="http://schemas.openxmlformats.org/officeDocument/2006/relationships/notesSlide" Target="/ppt/notesSlides/notesSlide6.xml" Id="Rb58e298556284a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70761fcb44673" /><Relationship Type="http://schemas.openxmlformats.org/officeDocument/2006/relationships/notesSlide" Target="/ppt/notesSlides/notesSlide7.xml" Id="R65d3b62461f34b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4a9c8db5ad4fb8" /><Relationship Type="http://schemas.openxmlformats.org/officeDocument/2006/relationships/notesSlide" Target="/ppt/notesSlides/notesSlide8.xml" Id="Ree63568af32e46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8deddd87842b5" /><Relationship Type="http://schemas.openxmlformats.org/officeDocument/2006/relationships/notesSlide" Target="/ppt/notesSlides/notesSlide9.xml" Id="Ra63e3507725d48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e924db9904ea7" /><Relationship Type="http://schemas.openxmlformats.org/officeDocument/2006/relationships/notesSlide" Target="/ppt/notesSlides/notesSlide10.xml" Id="Rad51f2cdde4d43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c2e5adf3748fc" /><Relationship Type="http://schemas.openxmlformats.org/officeDocument/2006/relationships/notesSlide" Target="/ppt/notesSlides/notesSlide11.xml" Id="R980045f819464a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31044c31524336" /><Relationship Type="http://schemas.openxmlformats.org/officeDocument/2006/relationships/notesSlide" Target="/ppt/notesSlides/notesSlide12.xml" Id="R37a7b09a3a974e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0252a35894576" /><Relationship Type="http://schemas.openxmlformats.org/officeDocument/2006/relationships/notesSlide" Target="/ppt/notesSlides/notesSlide13.xml" Id="R7970b349bff049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b81511ab7468c" /><Relationship Type="http://schemas.openxmlformats.org/officeDocument/2006/relationships/notesSlide" Target="/ppt/notesSlides/notesSlide14.xml" Id="R75b1576bbb9142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9a61f09c940d9" /><Relationship Type="http://schemas.openxmlformats.org/officeDocument/2006/relationships/notesSlide" Target="/ppt/notesSlides/notesSlide15.xml" Id="Re7dc35496cb040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42ddb3bd244bd" /><Relationship Type="http://schemas.openxmlformats.org/officeDocument/2006/relationships/notesSlide" Target="/ppt/notesSlides/notesSlide16.xml" Id="R024b4833286b40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F4073-1F91-4118-9AF3-9E9C2678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QuickCart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4B122-B531-4BCC-AAAC-076226C2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096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containerized e commerce checkout system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PostgreSQL, React and Jenkins</a:t>
            </a:r>
          </a:p>
          <a:p xmlns:a="http://schemas.openxmlformats.org/drawingml/2006/main">
            <a:pPr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SYSIN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410250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8367B-48C9-4BC2-85C2-E745969C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Project and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0FB96-FC4F-4E2D-91A0-3D578D08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Kyle: DevOps and project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42D9C-CA67-4CDF-8BA0-1320E76A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John: frontend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674C5-AF3C-43AF-9D4B-DEE8FFE1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Jan: backend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CC538-8D6C-40FB-867B-5DF80294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Angeline: database and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A85BA-D2B2-41A6-ACF7-ECCABCD3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Shaira: QA, documentation and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92F53-7B00-4F37-90E5-A898A527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4741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D8982-AFF9-45F8-A5E0-B521E6D2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Customer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AB193-5AD5-45EF-B845-E5E80BAE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Browse and search products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611B3-B135-4C7D-8A08-47E333CD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Add items to the cart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B3B0B-F9DB-4897-928F-5623D36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Quote totals and delivery charges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6CE27-B7CB-45A5-AB7E-44816EE5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Complete simulated payment and save the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1FE6E-468B-4700-A345-AE3BE22A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Find order history using the demo email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29741-5057-41AB-ADAC-81DC3149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60590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F4926-56D2-4338-9D96-49BDC99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Application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7F6EF-FC78-4EC5-ABEE-F7F8E7E4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React frontend serves the customer pages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EA94E-8841-48C3-B3C1-75CA90F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Catalog API provides products and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551C4-24E4-4A04-B351-10533DE4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Order API handles checkout, history and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B0BC3-036E-4322-A51D-23E0B5BB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Payment API simulates approval and decline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64392-E29F-451C-8B49-66EFD0A7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1335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16B86-CB0C-4671-91A1-ADBB14B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Production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EBCFC-C2AC-4BD0-9807-8FF0E73B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Browser at localhost:8080 calls Nginx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E5394-6F1C-4E92-99F6-8F3DF58C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Nginx routes the UI and API requests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693F1-FD0D-4EBD-9E68-A281B03E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Catalog and Order APIs connect to PostgreSQL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A0374-A949-4D8B-856F-469F44EB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Order API calls the internal Payment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CA6E6-87AB-4BBE-A188-FBA739DC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Jenkins runs separately at localhost:8081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17862-42F2-4196-ABD1-FB95EACD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3859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2C544-1973-4349-A9A5-A8AE4992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PostgreSQL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9A0BC-6791-439B-9B76-187C2233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PostgreSQL 16.6 uses SQL for tables and queries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50DE8-4249-45A9-B49F-E8DD1DB2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Six tables store products, customers and orders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6C5D9-1FA9-484D-B658-132A957A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Order items, activity logs and support tickets complete the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35520-6AA6-4148-A997-F0ECF640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The named pg-data volume stores persistent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AB04C-49E2-4A5E-8F25-F9F64751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63338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91BAB-0A3F-4F75-91E5-2D572FF4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Checkout transaction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AFFBD-EA09-4251-899B-E4C72408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Server reads current prices and stock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7616E-486E-46E0-8A73-66940E5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Application calculates totals in integer cents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CEFDC-5A22-4605-8339-72DEAD26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Conditional stock updates prevent overselling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A6017-948D-456C-9633-658CE1A4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Customer, order, items and logs commit together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ECB7E-6030-4F6F-8916-1DFD2524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Database writes roll back if saving fails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D2B0B-12F5-4EE4-819E-1C545267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39617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DBD18-0C5B-4A9B-AC18-E00DF02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Docker images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76EE6-1C90-4AEC-8771-9CFF4B5D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Each custom module has its own Dockerfile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5B2BA-0DFB-440D-A10A-21836769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API test stages run Jest before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B194E-BD0F-49B2-B08C-C4791BAC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Production APIs run as the node 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815AA-C212-4694-A79C-CA0F9477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Vite builds static assets served by Nginx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6F303-1191-4662-B68D-B340E4A7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Health checks report service readiness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586D4-34E9-4FAA-844D-8CBB9134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843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20B2D-AB58-4BCE-B640-65B2D7E9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Compose and ports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DB404-0607-46C4-9A62-CED85C2C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Production gateway publishes port 8080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D4AAB-7F07-4A03-BBD9-303168E8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APIs and PostgreSQL stay inside Docker networks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B3054-E749-4C6C-B681-4A15292E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Health dependencies order service startup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72387-3BB9-4C5A-949D-3E599E1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Host Vite development uses gateway port 8082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A684C-849C-485D-84D9-B171CC9C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Stop host Vite before a production deployment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3E38F-0720-4E1C-8408-011E6B43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5695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6D6D9-A4DF-4C2D-B2C8-A33CD9D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Jenkins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E9540-3447-4E05-9652-F0423189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Separate Compose stack and jenkins_home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6B850-C881-4EC1-9A40-C8BC3AEA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Docker CLI and host socket support builds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6C39D-A018-4780-9E6F-580448D2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quickcart-env stores deployment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972D5-B332-45CD-91A3-68BE693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SCM job reads Jenkinsfile from the shared 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777F3-068E-487D-A2F4-FCDD87D3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Webhook or Poll SCM detects source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35BE8-BCC6-4971-BB65-224ACD6A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75663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72110-A97E-4C0D-8E00-30D10F59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Deployment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A041F-9F7A-4047-B20B-085CD80C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Checkout fetches the repository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E30BA-D00F-4FDA-86DE-5C45A3B5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Test runs API suites and frontend lint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9913F-3B84-4790-931B-B57A28F8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Build Images creates numbered image tags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B076E-DC0F-4DEA-B261-E693C222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Deploy replaces the application containers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DA1A6-CF7D-46DC-9955-4B880661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Smoke Test checks routes through the gateway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85BE7-5F1E-4496-AC9B-9D256D7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2784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7B32A-4B41-4C13-87F1-D5C17C3A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Verified local tests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E627A-91F4-424E-9EF3-BB680DD9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76 API tests passed across seven suites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D4854-395D-43EC-ACBE-2F390441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Catalog 20, Orders 39, Payment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E30DC-FEFB-42DD-BC20-13487984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Frontend ESLint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43D09-13FB-407A-B013-34250ED4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Vite production build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B689D-9FBF-4EC7-881F-A2CEAF0D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Docker and Jenkins runtime checks remain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E6F0F-FD75-4AAD-8514-3B89B1D5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92623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C2108-04B5-4012-86C0-29133D3F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Automatic deployment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1BC9A-DC45-4BA1-843A-1A7FCDA3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Show the current footer build number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AB218-9AFA-489A-8DBB-BEDC478C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Push a visible change to the agreed branch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84E61-21CD-49AF-ADFB-458BE9AB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Show Jenkins start automatically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00AE9-9B6F-469D-83C8-07BD4566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Refresh the app and show the new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F5F45-0974-49F1-921F-6EE976C7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643600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39F7D-C208-4B13-8E0F-AA6163BB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Failed test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0E84A-8830-4C00-8DEA-EF420445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Change the discount constant on the demo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48AEF-2EB3-4B5A-B52A-EB65A008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Push and show the Test stage fail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B2F6F-2E9E-45BB-891E-038B5C8B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Confirm Deploy was skipped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9A99C-EF39-4305-9197-D256F346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Show the previous application build still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7DBEC-0715-4D37-AA56-BFCCC5C8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Revert the intentional demo commit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F1F1D-DBBB-464E-8B50-1A6242E6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98337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9402A-32C6-4139-98A3-C43AE136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Persistence and rollback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3CDAB-F02D-4FCC-93AA-6FC91E40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Create a new order and record its number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76774-72B1-4398-B048-5640F72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Redeploy and find the same order again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DA8FD-09DC-4CC8-B1DD-2E6B3673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Select an earlier compatible PostgreSQL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18440-0D65-491B-97AB-7C6D1C4A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Run the rollback job and check its smoke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88EA3-9935-40D4-9DF4-D72C8B3C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Show the restored footer and retained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2FD51-2F3E-453E-8459-9AB1960C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670115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96068-CF04-4921-AEE5-52761880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B183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7B1830"/>
                </a:solidFill>
                <a:latin typeface="Arial"/>
                <a:ea typeface="Arial"/>
                <a:cs typeface="Arial"/>
              </a:rPr>
              <a:t>Submission and Q and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77EC1-CACF-4E41-A5D6-CFB29DE7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Complete the report with genuine runtime screenshots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CF0CC-EED6-43A2-AD22-D48E6BB2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Confirm the shared repository and all five contributions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D1C46-C825-423F-A9A9-1CD3A8F0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Rehearse the ten minute demo with five speakers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790F6-0167-411D-8E02-9A8FE24B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02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02A"/>
                </a:solidFill>
                <a:latin typeface="Arial"/>
                <a:ea typeface="Arial"/>
                <a:cs typeface="Arial"/>
              </a:rPr>
              <a:t>Explain networks, volumes, health checks and quality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F110B-3E7E-4777-9FA4-A39AC521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388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806B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806B6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28301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2026-10-09T08:15:31.6580000Z</dcterms:created>
  <dcterms:modified xsi:type="dcterms:W3CDTF">2026-10-09T08:15:31.6580000Z</dcterms:modified>
</coreProperties>
</file>